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4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110" d="100"/>
          <a:sy n="11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27/03/21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Nome Cognome : Mario </a:t>
            </a:r>
            <a:r>
              <a:rPr lang="it-IT" dirty="0" err="1">
                <a:solidFill>
                  <a:srgbClr val="FFFFFF"/>
                </a:solidFill>
              </a:rPr>
              <a:t>Ferlito</a:t>
            </a:r>
            <a:endParaRPr lang="it-IT" dirty="0">
              <a:solidFill>
                <a:srgbClr val="FFFFFF"/>
              </a:solidFill>
            </a:endParaRPr>
          </a:p>
          <a:p>
            <a:pPr algn="l"/>
            <a:r>
              <a:rPr lang="it-IT" dirty="0">
                <a:solidFill>
                  <a:srgbClr val="FFFFFF"/>
                </a:solidFill>
              </a:rPr>
              <a:t>Matricola:O46002071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Data:27/03/2021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1"/>
            <a:r>
              <a:rPr lang="it-IT" sz="2000" dirty="0"/>
              <a:t>Il Progetto consiste nella creazione di una pagina web per un’agenzia di viaggio.</a:t>
            </a:r>
          </a:p>
          <a:p>
            <a:pPr lvl="1"/>
            <a:r>
              <a:rPr lang="it-IT" sz="2000" dirty="0"/>
              <a:t>Il sito terrà conto  delle prenotazioni fatte dai clienti e gestirà anche voli e commissioni, il tutto avverrà grazie alla creazione di pacchetti creati per i clienti cosi da poter accontentare qualsiasi gusto personale.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AA11A7-F6D2-B042-B415-4EC4E7B4CF8C}"/>
              </a:ext>
            </a:extLst>
          </p:cNvPr>
          <p:cNvSpPr txBox="1"/>
          <p:nvPr/>
        </p:nvSpPr>
        <p:spPr>
          <a:xfrm>
            <a:off x="6738114" y="511388"/>
            <a:ext cx="4848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DICAM-TOUR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BB0F58-9DD1-A34D-B980-C8A8736E2824}"/>
              </a:ext>
            </a:extLst>
          </p:cNvPr>
          <p:cNvSpPr txBox="1"/>
          <p:nvPr/>
        </p:nvSpPr>
        <p:spPr>
          <a:xfrm>
            <a:off x="7076114" y="1111145"/>
            <a:ext cx="417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-Agenzia di viaggio- 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pic>
        <p:nvPicPr>
          <p:cNvPr id="5" name="Segnaposto contenuto 4" descr="Immagine che contiene testo, acqua, esterni, mammifero acquatico&#10;&#10;Descrizione generata automaticamente">
            <a:extLst>
              <a:ext uri="{FF2B5EF4-FFF2-40B4-BE49-F238E27FC236}">
                <a16:creationId xmlns:a16="http://schemas.microsoft.com/office/drawing/2014/main" id="{144DB741-EB2B-4647-BDBB-0A432C203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930" y="511388"/>
            <a:ext cx="7003564" cy="5776870"/>
          </a:xfr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DADC766-0190-6747-A7A4-B6C95B2C867D}"/>
              </a:ext>
            </a:extLst>
          </p:cNvPr>
          <p:cNvCxnSpPr>
            <a:cxnSpLocks/>
          </p:cNvCxnSpPr>
          <p:nvPr/>
        </p:nvCxnSpPr>
        <p:spPr>
          <a:xfrm>
            <a:off x="4905054" y="300942"/>
            <a:ext cx="7003565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23629BD-7593-FC42-814E-7A6E4EAF8DD5}"/>
              </a:ext>
            </a:extLst>
          </p:cNvPr>
          <p:cNvSpPr txBox="1"/>
          <p:nvPr/>
        </p:nvSpPr>
        <p:spPr>
          <a:xfrm>
            <a:off x="7465100" y="-10142"/>
            <a:ext cx="107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990px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D310BEEA-39B4-B546-B7AE-4B8188AC5BCD}"/>
              </a:ext>
            </a:extLst>
          </p:cNvPr>
          <p:cNvCxnSpPr>
            <a:cxnSpLocks/>
          </p:cNvCxnSpPr>
          <p:nvPr/>
        </p:nvCxnSpPr>
        <p:spPr>
          <a:xfrm>
            <a:off x="4219731" y="511388"/>
            <a:ext cx="0" cy="5776870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E154BA7-031B-F940-A1E5-EF5A2FC02935}"/>
              </a:ext>
            </a:extLst>
          </p:cNvPr>
          <p:cNvSpPr txBox="1"/>
          <p:nvPr/>
        </p:nvSpPr>
        <p:spPr>
          <a:xfrm>
            <a:off x="4210582" y="3049528"/>
            <a:ext cx="82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500px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89C69170-C356-FB4F-9ACD-CFF143B5C735}"/>
              </a:ext>
            </a:extLst>
          </p:cNvPr>
          <p:cNvCxnSpPr/>
          <p:nvPr/>
        </p:nvCxnSpPr>
        <p:spPr>
          <a:xfrm>
            <a:off x="4722471" y="511388"/>
            <a:ext cx="0" cy="449311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505C511-C0A0-8140-BD0B-575F88EB0107}"/>
              </a:ext>
            </a:extLst>
          </p:cNvPr>
          <p:cNvSpPr txBox="1"/>
          <p:nvPr/>
        </p:nvSpPr>
        <p:spPr>
          <a:xfrm>
            <a:off x="4335937" y="928231"/>
            <a:ext cx="6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30px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AC90E061-51B8-7A46-92CE-7BFBA74AD0B6}"/>
              </a:ext>
            </a:extLst>
          </p:cNvPr>
          <p:cNvCxnSpPr/>
          <p:nvPr/>
        </p:nvCxnSpPr>
        <p:spPr>
          <a:xfrm>
            <a:off x="6094476" y="1562583"/>
            <a:ext cx="0" cy="344925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1E64CB3-6F3C-8F4D-9CC9-4EB4938593A6}"/>
              </a:ext>
            </a:extLst>
          </p:cNvPr>
          <p:cNvSpPr txBox="1"/>
          <p:nvPr/>
        </p:nvSpPr>
        <p:spPr>
          <a:xfrm>
            <a:off x="6470247" y="2824223"/>
            <a:ext cx="856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300px</a:t>
            </a:r>
          </a:p>
        </p:txBody>
      </p:sp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  <p:pic>
        <p:nvPicPr>
          <p:cNvPr id="11" name="Immagine 10" descr="Immagine che contiene testo&#10;&#10;Descrizione generata automaticamente">
            <a:extLst>
              <a:ext uri="{FF2B5EF4-FFF2-40B4-BE49-F238E27FC236}">
                <a16:creationId xmlns:a16="http://schemas.microsoft.com/office/drawing/2014/main" id="{C0A2A8E0-33D3-1E4E-B396-F6FF89BF7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695" y="12993"/>
            <a:ext cx="7214705" cy="6195527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8ED9AEE-1A42-A149-BC05-E1CC37F9AD4E}"/>
              </a:ext>
            </a:extLst>
          </p:cNvPr>
          <p:cNvCxnSpPr/>
          <p:nvPr/>
        </p:nvCxnSpPr>
        <p:spPr>
          <a:xfrm>
            <a:off x="5636871" y="1597306"/>
            <a:ext cx="0" cy="4009699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53A5401-D2FB-1E43-8BE2-8E47BCB581E6}"/>
              </a:ext>
            </a:extLst>
          </p:cNvPr>
          <p:cNvSpPr txBox="1"/>
          <p:nvPr/>
        </p:nvSpPr>
        <p:spPr>
          <a:xfrm>
            <a:off x="4807211" y="268986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600px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24444FF-41CA-8E47-8F16-C490F091E00F}"/>
              </a:ext>
            </a:extLst>
          </p:cNvPr>
          <p:cNvCxnSpPr/>
          <p:nvPr/>
        </p:nvCxnSpPr>
        <p:spPr>
          <a:xfrm>
            <a:off x="6273478" y="1250995"/>
            <a:ext cx="3148314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B33E22F-09CB-BD47-8F62-5EC4197D788C}"/>
              </a:ext>
            </a:extLst>
          </p:cNvPr>
          <p:cNvSpPr txBox="1"/>
          <p:nvPr/>
        </p:nvSpPr>
        <p:spPr>
          <a:xfrm>
            <a:off x="7268433" y="881134"/>
            <a:ext cx="168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590px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4C442381-7D3E-1A42-8E3E-BF72B19F63AC}"/>
              </a:ext>
            </a:extLst>
          </p:cNvPr>
          <p:cNvCxnSpPr/>
          <p:nvPr/>
        </p:nvCxnSpPr>
        <p:spPr>
          <a:xfrm>
            <a:off x="10058400" y="1597306"/>
            <a:ext cx="0" cy="275871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0E83855-7B39-184C-AE06-C4E16E20E551}"/>
              </a:ext>
            </a:extLst>
          </p:cNvPr>
          <p:cNvCxnSpPr/>
          <p:nvPr/>
        </p:nvCxnSpPr>
        <p:spPr>
          <a:xfrm>
            <a:off x="10069975" y="4514127"/>
            <a:ext cx="0" cy="109287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D0B448E-FC75-854F-92BA-4D53F2943660}"/>
              </a:ext>
            </a:extLst>
          </p:cNvPr>
          <p:cNvSpPr txBox="1"/>
          <p:nvPr/>
        </p:nvSpPr>
        <p:spPr>
          <a:xfrm>
            <a:off x="10266744" y="2465408"/>
            <a:ext cx="120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400px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D802CE8-9BD7-CF47-8577-FBCE4F891D2E}"/>
              </a:ext>
            </a:extLst>
          </p:cNvPr>
          <p:cNvSpPr txBox="1"/>
          <p:nvPr/>
        </p:nvSpPr>
        <p:spPr>
          <a:xfrm>
            <a:off x="10266743" y="4803494"/>
            <a:ext cx="86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180px</a:t>
            </a:r>
          </a:p>
        </p:txBody>
      </p:sp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B86D38E-30F8-DD41-BE67-7D641498D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7" y="1993152"/>
            <a:ext cx="6949511" cy="1981200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8E507AAC-16C1-AB46-B9EF-9C8ABFE4477A}"/>
              </a:ext>
            </a:extLst>
          </p:cNvPr>
          <p:cNvCxnSpPr>
            <a:cxnSpLocks/>
          </p:cNvCxnSpPr>
          <p:nvPr/>
        </p:nvCxnSpPr>
        <p:spPr>
          <a:xfrm>
            <a:off x="4930815" y="4356016"/>
            <a:ext cx="709443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326837D-CC86-5147-BC9D-45130A2FF222}"/>
              </a:ext>
            </a:extLst>
          </p:cNvPr>
          <p:cNvCxnSpPr/>
          <p:nvPr/>
        </p:nvCxnSpPr>
        <p:spPr>
          <a:xfrm>
            <a:off x="4810259" y="2118167"/>
            <a:ext cx="0" cy="18561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261F364-48ED-FB43-8BAF-21C029EAD42E}"/>
              </a:ext>
            </a:extLst>
          </p:cNvPr>
          <p:cNvSpPr txBox="1"/>
          <p:nvPr/>
        </p:nvSpPr>
        <p:spPr>
          <a:xfrm>
            <a:off x="3986913" y="2734800"/>
            <a:ext cx="120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188px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D84C2F2-28F9-4746-B94B-01A3F17670C4}"/>
              </a:ext>
            </a:extLst>
          </p:cNvPr>
          <p:cNvSpPr txBox="1"/>
          <p:nvPr/>
        </p:nvSpPr>
        <p:spPr>
          <a:xfrm>
            <a:off x="7859210" y="4439166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990px</a:t>
            </a:r>
          </a:p>
        </p:txBody>
      </p:sp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100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MHW1</vt:lpstr>
      <vt:lpstr>Descrizione del progetto</vt:lpstr>
      <vt:lpstr>Header</vt:lpstr>
      <vt:lpstr>Sezione contenuti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mario ferlito</cp:lastModifiedBy>
  <cp:revision>9</cp:revision>
  <dcterms:created xsi:type="dcterms:W3CDTF">2021-03-24T16:57:46Z</dcterms:created>
  <dcterms:modified xsi:type="dcterms:W3CDTF">2021-03-27T21:12:57Z</dcterms:modified>
</cp:coreProperties>
</file>